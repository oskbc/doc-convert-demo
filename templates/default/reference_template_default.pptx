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55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プロジェクトタイトル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作成日：2025年11月</a:t>
            </a:r>
          </a:p>
          <a:p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作成者：自動生成テンプレート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目的・背景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本スライドはMarkdown→PPTX変換テンプレートのデモ用です。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スコープ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以下の内容を含みます：</a:t>
            </a:r>
          </a:p>
          <a:p>
            <a:pPr lvl="1"/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プロジェクト範囲</a:t>
            </a:r>
          </a:p>
          <a:p>
            <a:pPr lvl="1"/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除外項目</a:t>
            </a:r>
          </a:p>
          <a:p>
            <a:pPr lvl="1"/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成果物一覧</a:t>
            </a:r>
          </a:p>
          <a:p>
            <a:pPr lvl="1"/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担当者・体制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テンプレートは templates/default/reference.pptx に配置します。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</Words>
  <Application>Microsoft Macintosh PowerPoint</Application>
  <PresentationFormat>全屏显示(4:3)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Meiryo UI</vt:lpstr>
      <vt:lpstr>Arial</vt:lpstr>
      <vt:lpstr>Calibri</vt:lpstr>
      <vt:lpstr>Office Theme</vt:lpstr>
      <vt:lpstr>プロジェクトタイトル</vt:lpstr>
      <vt:lpstr>目的・背景</vt:lpstr>
      <vt:lpstr>スコープ</vt:lpstr>
      <vt:lpstr>まとめ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芸翼雄 王</cp:lastModifiedBy>
  <cp:revision>2</cp:revision>
  <dcterms:created xsi:type="dcterms:W3CDTF">2013-01-27T09:14:16Z</dcterms:created>
  <dcterms:modified xsi:type="dcterms:W3CDTF">2025-11-11T07:38:03Z</dcterms:modified>
  <cp:category/>
</cp:coreProperties>
</file>