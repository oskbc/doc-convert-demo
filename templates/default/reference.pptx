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00468C"/>
                </a:solidFill>
              </a:defRPr>
            </a:pPr>
            <a:r>
              <a:t>プレゼンテーションタイトル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5A5A5A"/>
                </a:solidFill>
              </a:defRPr>
            </a:pPr>
            <a:r>
              <a:t>サブタイトルまたは日付など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000">
                <a:solidFill>
                  <a:srgbClr val="646464"/>
                </a:solidFill>
              </a:defRPr>
            </a:pPr>
            <a:r>
              <a:t>Confidential © 2025 Tamaki Office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セクションタイトル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r>
              <a:t>• ポイント1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r>
              <a:t>• ポイント2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r>
              <a:t>• ポイント3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000">
                <a:solidFill>
                  <a:srgbClr val="646464"/>
                </a:solidFill>
              </a:defRPr>
            </a:pPr>
            <a:r>
              <a:t>Confidential © 2025 Tamaki Office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